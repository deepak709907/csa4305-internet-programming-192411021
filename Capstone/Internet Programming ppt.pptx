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2"/>
  </p:notesMasterIdLst>
  <p:handoutMasterIdLst>
    <p:handoutMasterId r:id="rId23"/>
  </p:handoutMasterIdLst>
  <p:sldIdLst>
    <p:sldId id="261" r:id="rId5"/>
    <p:sldId id="327" r:id="rId6"/>
    <p:sldId id="332" r:id="rId7"/>
    <p:sldId id="333" r:id="rId8"/>
    <p:sldId id="331" r:id="rId9"/>
    <p:sldId id="335" r:id="rId10"/>
    <p:sldId id="336" r:id="rId11"/>
    <p:sldId id="346" r:id="rId12"/>
    <p:sldId id="347" r:id="rId13"/>
    <p:sldId id="334" r:id="rId14"/>
    <p:sldId id="345" r:id="rId15"/>
    <p:sldId id="344" r:id="rId16"/>
    <p:sldId id="339" r:id="rId17"/>
    <p:sldId id="343" r:id="rId18"/>
    <p:sldId id="340" r:id="rId19"/>
    <p:sldId id="341" r:id="rId20"/>
    <p:sldId id="34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C09"/>
    <a:srgbClr val="EEEEEE"/>
    <a:srgbClr val="87175F"/>
    <a:srgbClr val="EEC621"/>
    <a:srgbClr val="43467B"/>
    <a:srgbClr val="AEA422"/>
    <a:srgbClr val="F69E1D"/>
    <a:srgbClr val="E19E6B"/>
    <a:srgbClr val="75503A"/>
    <a:srgbClr val="DDB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14E254-71EC-4444-BFAA-C5D3CE00168C}" v="29" dt="2026-07-20T13:05:16.572"/>
  </p1510:revLst>
</p1510:revInfo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271" autoAdjust="0"/>
    <p:restoredTop sz="95034" autoAdjust="0"/>
  </p:normalViewPr>
  <p:slideViewPr>
    <p:cSldViewPr>
      <p:cViewPr varScale="1">
        <p:scale>
          <a:sx n="53" d="100"/>
          <a:sy n="53" d="100"/>
        </p:scale>
        <p:origin x="114" y="420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k V" userId="499a9d2cd44f0b66" providerId="LiveId" clId="{3DF5733B-E84E-421B-8576-D4B37553F6E0}"/>
    <pc:docChg chg="undo custSel addSld delSld modSld sldOrd">
      <pc:chgData name="Deepak V" userId="499a9d2cd44f0b66" providerId="LiveId" clId="{3DF5733B-E84E-421B-8576-D4B37553F6E0}" dt="2026-07-20T13:07:19.096" v="1963" actId="47"/>
      <pc:docMkLst>
        <pc:docMk/>
      </pc:docMkLst>
      <pc:sldChg chg="addSp delSp modSp mod">
        <pc:chgData name="Deepak V" userId="499a9d2cd44f0b66" providerId="LiveId" clId="{3DF5733B-E84E-421B-8576-D4B37553F6E0}" dt="2026-07-20T13:07:05.649" v="1962" actId="20577"/>
        <pc:sldMkLst>
          <pc:docMk/>
          <pc:sldMk cId="3135228966" sldId="261"/>
        </pc:sldMkLst>
        <pc:spChg chg="mod">
          <ac:chgData name="Deepak V" userId="499a9d2cd44f0b66" providerId="LiveId" clId="{3DF5733B-E84E-421B-8576-D4B37553F6E0}" dt="2026-07-16T08:39:38.949" v="1667" actId="20577"/>
          <ac:spMkLst>
            <pc:docMk/>
            <pc:sldMk cId="3135228966" sldId="261"/>
            <ac:spMk id="2" creationId="{0D5DD552-4C5C-FE74-9769-1E5D9287941F}"/>
          </ac:spMkLst>
        </pc:spChg>
        <pc:spChg chg="mod">
          <ac:chgData name="Deepak V" userId="499a9d2cd44f0b66" providerId="LiveId" clId="{3DF5733B-E84E-421B-8576-D4B37553F6E0}" dt="2026-07-20T13:07:05.649" v="1962" actId="20577"/>
          <ac:spMkLst>
            <pc:docMk/>
            <pc:sldMk cId="3135228966" sldId="261"/>
            <ac:spMk id="22" creationId="{22A12031-A2E9-2CC6-9179-DD1444064008}"/>
          </ac:spMkLst>
        </pc:spChg>
        <pc:spChg chg="mod">
          <ac:chgData name="Deepak V" userId="499a9d2cd44f0b66" providerId="LiveId" clId="{3DF5733B-E84E-421B-8576-D4B37553F6E0}" dt="2026-07-16T09:06:07.619" v="1873" actId="113"/>
          <ac:spMkLst>
            <pc:docMk/>
            <pc:sldMk cId="3135228966" sldId="261"/>
            <ac:spMk id="23" creationId="{FE5F9498-1363-477C-610A-E784212125B9}"/>
          </ac:spMkLst>
        </pc:spChg>
        <pc:spChg chg="mod">
          <ac:chgData name="Deepak V" userId="499a9d2cd44f0b66" providerId="LiveId" clId="{3DF5733B-E84E-421B-8576-D4B37553F6E0}" dt="2026-07-16T08:38:23.658" v="1632" actId="20577"/>
          <ac:spMkLst>
            <pc:docMk/>
            <pc:sldMk cId="3135228966" sldId="261"/>
            <ac:spMk id="25" creationId="{D31715E9-5BEB-9BE2-CD98-F68FE3887254}"/>
          </ac:spMkLst>
        </pc:spChg>
      </pc:sldChg>
      <pc:sldChg chg="modSp mod">
        <pc:chgData name="Deepak V" userId="499a9d2cd44f0b66" providerId="LiveId" clId="{3DF5733B-E84E-421B-8576-D4B37553F6E0}" dt="2026-07-16T08:53:33.486" v="1751" actId="2710"/>
        <pc:sldMkLst>
          <pc:docMk/>
          <pc:sldMk cId="1131382348" sldId="327"/>
        </pc:sldMkLst>
        <pc:spChg chg="mod">
          <ac:chgData name="Deepak V" userId="499a9d2cd44f0b66" providerId="LiveId" clId="{3DF5733B-E84E-421B-8576-D4B37553F6E0}" dt="2026-07-16T08:53:33.486" v="1751" actId="2710"/>
          <ac:spMkLst>
            <pc:docMk/>
            <pc:sldMk cId="1131382348" sldId="327"/>
            <ac:spMk id="2" creationId="{E750BA0A-E9F3-E037-320D-8721B5CAA9DF}"/>
          </ac:spMkLst>
        </pc:spChg>
      </pc:sldChg>
      <pc:sldChg chg="modSp mod">
        <pc:chgData name="Deepak V" userId="499a9d2cd44f0b66" providerId="LiveId" clId="{3DF5733B-E84E-421B-8576-D4B37553F6E0}" dt="2026-07-16T09:01:13.388" v="1864" actId="2711"/>
        <pc:sldMkLst>
          <pc:docMk/>
          <pc:sldMk cId="703962892" sldId="331"/>
        </pc:sldMkLst>
        <pc:spChg chg="mod">
          <ac:chgData name="Deepak V" userId="499a9d2cd44f0b66" providerId="LiveId" clId="{3DF5733B-E84E-421B-8576-D4B37553F6E0}" dt="2026-07-16T08:58:18.408" v="1832" actId="1076"/>
          <ac:spMkLst>
            <pc:docMk/>
            <pc:sldMk cId="703962892" sldId="331"/>
            <ac:spMk id="2" creationId="{500B0FD5-C189-AA28-3D37-D3A1B50C1B8C}"/>
          </ac:spMkLst>
        </pc:spChg>
        <pc:spChg chg="mod">
          <ac:chgData name="Deepak V" userId="499a9d2cd44f0b66" providerId="LiveId" clId="{3DF5733B-E84E-421B-8576-D4B37553F6E0}" dt="2026-07-16T09:01:13.388" v="1864" actId="2711"/>
          <ac:spMkLst>
            <pc:docMk/>
            <pc:sldMk cId="703962892" sldId="331"/>
            <ac:spMk id="5" creationId="{8640AA47-D1D4-9F99-F993-DA165618B41D}"/>
          </ac:spMkLst>
        </pc:spChg>
      </pc:sldChg>
      <pc:sldChg chg="modSp mod">
        <pc:chgData name="Deepak V" userId="499a9d2cd44f0b66" providerId="LiveId" clId="{3DF5733B-E84E-421B-8576-D4B37553F6E0}" dt="2026-07-16T08:54:13.493" v="1759" actId="403"/>
        <pc:sldMkLst>
          <pc:docMk/>
          <pc:sldMk cId="3526233741" sldId="332"/>
        </pc:sldMkLst>
        <pc:spChg chg="mod">
          <ac:chgData name="Deepak V" userId="499a9d2cd44f0b66" providerId="LiveId" clId="{3DF5733B-E84E-421B-8576-D4B37553F6E0}" dt="2026-07-16T08:54:13.493" v="1759" actId="403"/>
          <ac:spMkLst>
            <pc:docMk/>
            <pc:sldMk cId="3526233741" sldId="332"/>
            <ac:spMk id="2" creationId="{2C7CA7DC-6DEB-75A0-C6FD-4C662D4E3907}"/>
          </ac:spMkLst>
        </pc:spChg>
      </pc:sldChg>
      <pc:sldChg chg="addSp delSp modSp mod">
        <pc:chgData name="Deepak V" userId="499a9d2cd44f0b66" providerId="LiveId" clId="{3DF5733B-E84E-421B-8576-D4B37553F6E0}" dt="2026-07-16T08:56:23.928" v="1800" actId="1076"/>
        <pc:sldMkLst>
          <pc:docMk/>
          <pc:sldMk cId="1288940100" sldId="333"/>
        </pc:sldMkLst>
        <pc:spChg chg="add mod">
          <ac:chgData name="Deepak V" userId="499a9d2cd44f0b66" providerId="LiveId" clId="{3DF5733B-E84E-421B-8576-D4B37553F6E0}" dt="2026-07-16T08:56:23.928" v="1800" actId="1076"/>
          <ac:spMkLst>
            <pc:docMk/>
            <pc:sldMk cId="1288940100" sldId="333"/>
            <ac:spMk id="3" creationId="{651403A6-D547-93EB-B3E4-6F47113DB140}"/>
          </ac:spMkLst>
        </pc:spChg>
        <pc:spChg chg="mod">
          <ac:chgData name="Deepak V" userId="499a9d2cd44f0b66" providerId="LiveId" clId="{3DF5733B-E84E-421B-8576-D4B37553F6E0}" dt="2026-07-16T08:38:50.630" v="1642" actId="20577"/>
          <ac:spMkLst>
            <pc:docMk/>
            <pc:sldMk cId="1288940100" sldId="333"/>
            <ac:spMk id="12" creationId="{E9837FDA-CC1C-CA20-9E38-E7D0DD4F7A62}"/>
          </ac:spMkLst>
        </pc:spChg>
      </pc:sldChg>
      <pc:sldChg chg="delSp mod ord">
        <pc:chgData name="Deepak V" userId="499a9d2cd44f0b66" providerId="LiveId" clId="{3DF5733B-E84E-421B-8576-D4B37553F6E0}" dt="2026-07-16T08:56:46.985" v="1812" actId="478"/>
        <pc:sldMkLst>
          <pc:docMk/>
          <pc:sldMk cId="3842847518" sldId="334"/>
        </pc:sldMkLst>
      </pc:sldChg>
      <pc:sldChg chg="modSp mod">
        <pc:chgData name="Deepak V" userId="499a9d2cd44f0b66" providerId="LiveId" clId="{3DF5733B-E84E-421B-8576-D4B37553F6E0}" dt="2026-07-16T09:01:06.585" v="1863" actId="2711"/>
        <pc:sldMkLst>
          <pc:docMk/>
          <pc:sldMk cId="1719368558" sldId="335"/>
        </pc:sldMkLst>
        <pc:spChg chg="mod">
          <ac:chgData name="Deepak V" userId="499a9d2cd44f0b66" providerId="LiveId" clId="{3DF5733B-E84E-421B-8576-D4B37553F6E0}" dt="2026-07-16T08:59:43.953" v="1850" actId="1076"/>
          <ac:spMkLst>
            <pc:docMk/>
            <pc:sldMk cId="1719368558" sldId="335"/>
            <ac:spMk id="2" creationId="{35FD0BE3-1B7A-27DE-3EED-4256FF3C2D0A}"/>
          </ac:spMkLst>
        </pc:spChg>
        <pc:spChg chg="mod">
          <ac:chgData name="Deepak V" userId="499a9d2cd44f0b66" providerId="LiveId" clId="{3DF5733B-E84E-421B-8576-D4B37553F6E0}" dt="2026-07-16T09:01:06.585" v="1863" actId="2711"/>
          <ac:spMkLst>
            <pc:docMk/>
            <pc:sldMk cId="1719368558" sldId="335"/>
            <ac:spMk id="5" creationId="{E270ED14-C5EC-66BF-E5F8-B4DECB94E610}"/>
          </ac:spMkLst>
        </pc:spChg>
        <pc:spChg chg="mod">
          <ac:chgData name="Deepak V" userId="499a9d2cd44f0b66" providerId="LiveId" clId="{3DF5733B-E84E-421B-8576-D4B37553F6E0}" dt="2026-07-16T08:59:35.327" v="1848" actId="1076"/>
          <ac:spMkLst>
            <pc:docMk/>
            <pc:sldMk cId="1719368558" sldId="335"/>
            <ac:spMk id="9" creationId="{78B3E1C0-5633-DDCD-1105-189E3D27351E}"/>
          </ac:spMkLst>
        </pc:spChg>
        <pc:spChg chg="mod">
          <ac:chgData name="Deepak V" userId="499a9d2cd44f0b66" providerId="LiveId" clId="{3DF5733B-E84E-421B-8576-D4B37553F6E0}" dt="2026-07-16T08:59:31.609" v="1847" actId="1076"/>
          <ac:spMkLst>
            <pc:docMk/>
            <pc:sldMk cId="1719368558" sldId="335"/>
            <ac:spMk id="12" creationId="{1627790D-D387-89F1-442A-C6E7F4D4A8D4}"/>
          </ac:spMkLst>
        </pc:spChg>
      </pc:sldChg>
      <pc:sldChg chg="modSp mod">
        <pc:chgData name="Deepak V" userId="499a9d2cd44f0b66" providerId="LiveId" clId="{3DF5733B-E84E-421B-8576-D4B37553F6E0}" dt="2026-07-16T09:06:37.008" v="1876" actId="1076"/>
        <pc:sldMkLst>
          <pc:docMk/>
          <pc:sldMk cId="3412892700" sldId="336"/>
        </pc:sldMkLst>
        <pc:spChg chg="mod">
          <ac:chgData name="Deepak V" userId="499a9d2cd44f0b66" providerId="LiveId" clId="{3DF5733B-E84E-421B-8576-D4B37553F6E0}" dt="2026-07-16T09:00:45.613" v="1861" actId="2711"/>
          <ac:spMkLst>
            <pc:docMk/>
            <pc:sldMk cId="3412892700" sldId="336"/>
            <ac:spMk id="2" creationId="{EE0DE3E0-C52C-1D12-C27A-A22AFE8CF146}"/>
          </ac:spMkLst>
        </pc:spChg>
        <pc:spChg chg="mod">
          <ac:chgData name="Deepak V" userId="499a9d2cd44f0b66" providerId="LiveId" clId="{3DF5733B-E84E-421B-8576-D4B37553F6E0}" dt="2026-07-16T09:06:37.008" v="1876" actId="1076"/>
          <ac:spMkLst>
            <pc:docMk/>
            <pc:sldMk cId="3412892700" sldId="336"/>
            <ac:spMk id="5" creationId="{20682B04-21FF-0C58-5BDD-9A1427C99637}"/>
          </ac:spMkLst>
        </pc:spChg>
        <pc:spChg chg="mod">
          <ac:chgData name="Deepak V" userId="499a9d2cd44f0b66" providerId="LiveId" clId="{3DF5733B-E84E-421B-8576-D4B37553F6E0}" dt="2026-07-16T09:06:34.757" v="1875" actId="1076"/>
          <ac:spMkLst>
            <pc:docMk/>
            <pc:sldMk cId="3412892700" sldId="336"/>
            <ac:spMk id="9" creationId="{9CD8363D-0F16-D0BC-79E9-D01496E3D671}"/>
          </ac:spMkLst>
        </pc:spChg>
        <pc:spChg chg="mod">
          <ac:chgData name="Deepak V" userId="499a9d2cd44f0b66" providerId="LiveId" clId="{3DF5733B-E84E-421B-8576-D4B37553F6E0}" dt="2026-07-16T09:06:31.628" v="1874" actId="1076"/>
          <ac:spMkLst>
            <pc:docMk/>
            <pc:sldMk cId="3412892700" sldId="336"/>
            <ac:spMk id="12" creationId="{3AD20EE3-D9E7-7B3B-1B41-11DB71CCB522}"/>
          </ac:spMkLst>
        </pc:spChg>
      </pc:sldChg>
      <pc:sldChg chg="del">
        <pc:chgData name="Deepak V" userId="499a9d2cd44f0b66" providerId="LiveId" clId="{3DF5733B-E84E-421B-8576-D4B37553F6E0}" dt="2026-07-20T13:07:19.096" v="1963" actId="47"/>
        <pc:sldMkLst>
          <pc:docMk/>
          <pc:sldMk cId="3128277336" sldId="338"/>
        </pc:sldMkLst>
      </pc:sldChg>
      <pc:sldChg chg="modSp add mod ord">
        <pc:chgData name="Deepak V" userId="499a9d2cd44f0b66" providerId="LiveId" clId="{3DF5733B-E84E-421B-8576-D4B37553F6E0}" dt="2026-07-16T08:55:19.775" v="1782"/>
        <pc:sldMkLst>
          <pc:docMk/>
          <pc:sldMk cId="772765316" sldId="344"/>
        </pc:sldMkLst>
        <pc:spChg chg="mod">
          <ac:chgData name="Deepak V" userId="499a9d2cd44f0b66" providerId="LiveId" clId="{3DF5733B-E84E-421B-8576-D4B37553F6E0}" dt="2026-07-16T08:55:12.607" v="1780" actId="20577"/>
          <ac:spMkLst>
            <pc:docMk/>
            <pc:sldMk cId="772765316" sldId="344"/>
            <ac:spMk id="12" creationId="{657EA23D-22FC-8557-BAD2-839C1C1BB351}"/>
          </ac:spMkLst>
        </pc:spChg>
      </pc:sldChg>
      <pc:sldChg chg="add">
        <pc:chgData name="Deepak V" userId="499a9d2cd44f0b66" providerId="LiveId" clId="{3DF5733B-E84E-421B-8576-D4B37553F6E0}" dt="2026-07-16T08:56:44.851" v="1811"/>
        <pc:sldMkLst>
          <pc:docMk/>
          <pc:sldMk cId="1632896711" sldId="345"/>
        </pc:sldMkLst>
      </pc:sldChg>
      <pc:sldChg chg="modSp add mod">
        <pc:chgData name="Deepak V" userId="499a9d2cd44f0b66" providerId="LiveId" clId="{3DF5733B-E84E-421B-8576-D4B37553F6E0}" dt="2026-07-20T13:03:44.065" v="1906" actId="2711"/>
        <pc:sldMkLst>
          <pc:docMk/>
          <pc:sldMk cId="3234943257" sldId="346"/>
        </pc:sldMkLst>
        <pc:spChg chg="mod">
          <ac:chgData name="Deepak V" userId="499a9d2cd44f0b66" providerId="LiveId" clId="{3DF5733B-E84E-421B-8576-D4B37553F6E0}" dt="2026-07-20T13:03:34.682" v="1905" actId="2711"/>
          <ac:spMkLst>
            <pc:docMk/>
            <pc:sldMk cId="3234943257" sldId="346"/>
            <ac:spMk id="2" creationId="{06A45103-AC59-4F67-AFEB-6A5B63FADED2}"/>
          </ac:spMkLst>
        </pc:spChg>
        <pc:spChg chg="mod">
          <ac:chgData name="Deepak V" userId="499a9d2cd44f0b66" providerId="LiveId" clId="{3DF5733B-E84E-421B-8576-D4B37553F6E0}" dt="2026-07-20T13:03:44.065" v="1906" actId="2711"/>
          <ac:spMkLst>
            <pc:docMk/>
            <pc:sldMk cId="3234943257" sldId="346"/>
            <ac:spMk id="5" creationId="{5B1A80B9-63BE-96E4-8E65-5C9C5728E3B1}"/>
          </ac:spMkLst>
        </pc:spChg>
      </pc:sldChg>
      <pc:sldChg chg="addSp modSp add mod">
        <pc:chgData name="Deepak V" userId="499a9d2cd44f0b66" providerId="LiveId" clId="{3DF5733B-E84E-421B-8576-D4B37553F6E0}" dt="2026-07-20T13:05:48.194" v="1939" actId="5793"/>
        <pc:sldMkLst>
          <pc:docMk/>
          <pc:sldMk cId="355093536" sldId="347"/>
        </pc:sldMkLst>
        <pc:spChg chg="add mod">
          <ac:chgData name="Deepak V" userId="499a9d2cd44f0b66" providerId="LiveId" clId="{3DF5733B-E84E-421B-8576-D4B37553F6E0}" dt="2026-07-20T13:05:44.783" v="1937" actId="1076"/>
          <ac:spMkLst>
            <pc:docMk/>
            <pc:sldMk cId="355093536" sldId="347"/>
            <ac:spMk id="2" creationId="{862543A1-A5B2-32C8-A34C-ACA760685BE6}"/>
          </ac:spMkLst>
        </pc:spChg>
        <pc:spChg chg="mod">
          <ac:chgData name="Deepak V" userId="499a9d2cd44f0b66" providerId="LiveId" clId="{3DF5733B-E84E-421B-8576-D4B37553F6E0}" dt="2026-07-20T13:05:48.194" v="1939" actId="5793"/>
          <ac:spMkLst>
            <pc:docMk/>
            <pc:sldMk cId="355093536" sldId="347"/>
            <ac:spMk id="3" creationId="{55BBC051-93A8-F8FD-9923-1E2E5D3A34D8}"/>
          </ac:spMkLst>
        </pc:spChg>
        <pc:spChg chg="mod">
          <ac:chgData name="Deepak V" userId="499a9d2cd44f0b66" providerId="LiveId" clId="{3DF5733B-E84E-421B-8576-D4B37553F6E0}" dt="2026-07-20T13:01:39.879" v="1889" actId="20577"/>
          <ac:spMkLst>
            <pc:docMk/>
            <pc:sldMk cId="355093536" sldId="347"/>
            <ac:spMk id="12" creationId="{1A8A1079-4B3B-0903-CF54-73BC29FE654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7/20/2026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7/20/2026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8A5AD-3528-8E9B-0326-67A5624A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6A104-94E8-3C5E-2B8B-C9BA49F3A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0C76B-2CB8-29F6-DBB3-319A1B16D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E30F0-4774-0A11-C345-D1DB171D8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2612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1568-2F42-0B11-42D3-5C03E92D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596DBA-D316-C530-2039-ED417C90B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7D7747-54A4-7EDD-17C4-B571B9160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9BE86-BA88-54E1-5470-3BB0587F9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4583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BFF5-37CE-0481-179E-90E0F683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4FA86-FC6B-9EB5-FD57-EB09BED4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04E2F6-1FA9-4373-63CE-5BC34FE2B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06C0-1F80-7786-C59D-4590BB1A6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21021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8439-3ED6-65E6-ED84-7F659848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A8E3C-32F2-5188-70B3-B82EB6A2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9BD3A-CE75-6FDC-6E1A-D92CF74FF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5DDD-7C8D-DB7F-528B-58B73E333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4629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2590E-EF9A-56F1-16B2-8D1566760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84D49-FE90-289D-9900-7AB98560CE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5A709A-6F9A-2314-8062-B1B5161EB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EFB3C-BCD2-98B5-7CB6-F8C69D230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768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93B3-75C2-4CF6-CF70-323EDA91C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26FC4-2E3E-ED0E-9626-F7662C78E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0CD81-4E76-BA40-B37D-80D7EEC6A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F1191-C3EA-2FBA-B9D1-7E5E3BA52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60851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808FD-0311-075C-B868-26C0E469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B219F-A8C3-0A4A-FC69-7B6B84200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BFD05-5ABF-A593-02E3-6C033EC3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D215F-DF11-0938-CD03-4FB95C399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9568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2D74-6023-5CDC-0D25-AB2BB962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85AF6-B06C-4466-774A-5E18375C1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10576-C57D-2C9E-D48C-F6DCBBC22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AD7B5-D62E-69DA-06FE-CEB4B2F97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290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963FA-C8C8-E741-0C47-A5975C6C2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107D5-B631-4237-8CA4-08913C6E1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50CBB-3668-3EC7-519D-777710FF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E0FBF-7644-E8AF-C77E-C11393F85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0523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8B4DC-F4C6-FAB4-B9AD-1EBB7CAC6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C804B-B497-21FA-F516-62D94C4CF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EC9E7-555C-920C-0E1F-A7F9879DF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3FE5F-31AC-9B9B-D0E8-EA9F1B59C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4557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33D9-28B1-3153-CA58-60947017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22083-F449-1341-83AD-2A7AE6A0F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DD83D-6B3C-2F55-0AE1-55B8CD33F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273E5-9B3B-F60D-99EF-90D3B1745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34056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866C2-149C-F6B6-1A70-ED50DC1D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49AD48-AC1F-510C-B3AD-A59B1BB69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8BACA2-4160-846C-A070-483E6C1F6D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2EC8F-878C-4500-3C76-4157F7543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42481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30F2-01AE-D0B6-47D6-60CB74F0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532F0D-EC2C-F348-4996-439CBDE8C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E66C3-5EE0-FC55-71F5-4C7C75248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F7B99-3364-6E58-3B6A-01A72544AE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03694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0E44-7CEE-DDB6-8C17-9C780B17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52FB7-4A18-E296-53F9-CD3F7DCB2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C4523-FEAC-4DEA-B5FF-7A5D70B69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353B1-F49A-AEC9-D179-2EABD9896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84419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F8F6A-7664-58E1-0369-098338F0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EC53B-5FE7-A760-163D-5B7314171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AB806-FFCC-1611-06F0-F6DDE1D65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080B5-3C54-C3E6-0CA9-2D6FB018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0178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2596-D60B-FC95-8FA8-E9E12FA5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2A024-1080-37E4-0330-B1C1D500D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66F6C-BE8D-1515-C62A-A254BD913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97F5C-B883-7F4D-B1C6-CDAD165B3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216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90 Simple Backgrounds [Edit and Download]">
            <a:extLst>
              <a:ext uri="{FF2B5EF4-FFF2-40B4-BE49-F238E27FC236}">
                <a16:creationId xmlns:a16="http://schemas.microsoft.com/office/drawing/2014/main" id="{D6D88F28-9497-673D-5638-1AE930DBC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ubtitle 6">
            <a:extLst>
              <a:ext uri="{FF2B5EF4-FFF2-40B4-BE49-F238E27FC236}">
                <a16:creationId xmlns:a16="http://schemas.microsoft.com/office/drawing/2014/main" id="{22A12031-A2E9-2CC6-9179-DD1444064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057" y="4223020"/>
            <a:ext cx="5198941" cy="2379690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Deepak V-192411021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Aaron Samuel S- 19411022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Abhay-192411219</a:t>
            </a:r>
          </a:p>
          <a:p>
            <a:pPr algn="l"/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Meghanadh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A-1923722281</a:t>
            </a:r>
          </a:p>
        </p:txBody>
      </p:sp>
      <p:sp>
        <p:nvSpPr>
          <p:cNvPr id="23" name="Title 5">
            <a:extLst>
              <a:ext uri="{FF2B5EF4-FFF2-40B4-BE49-F238E27FC236}">
                <a16:creationId xmlns:a16="http://schemas.microsoft.com/office/drawing/2014/main" id="{FE5F9498-1363-477C-610A-E784212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3825" y="1838185"/>
            <a:ext cx="11884230" cy="8640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Resource Exchange Network for Academic Resource Sharing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715E9-5BEB-9BE2-CD98-F68FE3887254}"/>
              </a:ext>
            </a:extLst>
          </p:cNvPr>
          <p:cNvSpPr txBox="1"/>
          <p:nvPr/>
        </p:nvSpPr>
        <p:spPr>
          <a:xfrm>
            <a:off x="1229439" y="3113242"/>
            <a:ext cx="9318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chemeClr val="dk1"/>
              </a:buClr>
              <a:buSzPts val="2600"/>
            </a:pPr>
            <a:r>
              <a:rPr lang="en-US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CSA4305 –Internet Programming </a:t>
            </a:r>
            <a:endParaRPr lang="en-US" alt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7" name="Picture 2" descr="SSE-Computer Science and Engineering">
            <a:extLst>
              <a:ext uri="{FF2B5EF4-FFF2-40B4-BE49-F238E27FC236}">
                <a16:creationId xmlns:a16="http://schemas.microsoft.com/office/drawing/2014/main" id="{9EFC6E01-CE6D-C61A-18D7-38D4C0FEC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96;p13">
            <a:extLst>
              <a:ext uri="{FF2B5EF4-FFF2-40B4-BE49-F238E27FC236}">
                <a16:creationId xmlns:a16="http://schemas.microsoft.com/office/drawing/2014/main" id="{0D5DD552-4C5C-FE74-9769-1E5D9287941F}"/>
              </a:ext>
            </a:extLst>
          </p:cNvPr>
          <p:cNvSpPr txBox="1"/>
          <p:nvPr/>
        </p:nvSpPr>
        <p:spPr>
          <a:xfrm>
            <a:off x="1642302" y="4155643"/>
            <a:ext cx="3308183" cy="1707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r>
              <a:rPr lang="en-US" sz="28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Supervisor-</a:t>
            </a:r>
            <a:r>
              <a:rPr lang="en-US" sz="2600" b="1" u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en-US"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lvl="0">
              <a:buClr>
                <a:schemeClr val="dk1"/>
              </a:buClr>
              <a:buSzPts val="2600"/>
            </a:pPr>
            <a:r>
              <a:rPr lang="en-US" sz="280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Dr.D.Sudhagar</a:t>
            </a:r>
            <a:br>
              <a:rPr lang="en-US" sz="2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lang="en-US" sz="28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600"/>
              <a:buFont typeface="Arial" panose="020B0604020202020204"/>
              <a:buNone/>
            </a:pPr>
            <a:endParaRPr sz="2600" b="0" u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71115-9603-8036-3A62-B4580F68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46030C3-B2A7-CDE6-C902-5E03EA3F7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B9E1200-92A9-C714-5E46-1D5DB90A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33D3F-899E-2F62-E912-0CF5FE616EB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635B65A-78E6-D440-A31E-88F636B59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0BA0A-E9F3-E037-320D-8721B5CAA9D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91344" y="2413397"/>
            <a:ext cx="12192000" cy="5179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secure exchange of campus academic resources.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buying, selling, lending, donating, and swapping.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student expenses through resource reuse.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sustainable and affordable campus resource sharing.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trusted transactions using QR verification. 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82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25C1-C538-C248-E0AB-B91F42FD9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DCB8249-008B-B32F-A5A7-021DAB0F1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CF85C70A-7D65-C52D-4A8A-2B50AF017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9E8DDF-4C4A-324E-DE8A-4C00D24BC15F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3A96EF34-C1E2-5547-1A34-981259458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7DC-6DEB-75A0-C6FD-4C662D4E390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74" y="2386204"/>
            <a:ext cx="11928648" cy="44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repeatedly purchase costly academic resources.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materials remain wasted after every semester.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lack campus-specific exchange features.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trustworthy student sellers is difficult.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academic resource exchange platform.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23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C74F-A6F1-36BC-E4C4-AF3FC0EB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90BA6C1D-10E1-7F56-F9F6-2BCC0B4EC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E9837FDA-CC1C-CA20-9E38-E7D0DD4F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EF7AE-10DB-0CE2-4715-17ED2BE46930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94304743-3B8E-5E29-ACBA-BFBD3E560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40783D-E545-5EBE-3AE1-76BCF7910985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03A6-D547-93EB-B3E4-6F47113DB1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73" y="2200650"/>
            <a:ext cx="10288693" cy="41098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secure campus resource exchange platform.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academic resource buying and sharing.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educational expenses through resource reuse.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trusted exchanges using QR verification.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sustainability among college students.</a:t>
            </a:r>
          </a:p>
        </p:txBody>
      </p:sp>
    </p:spTree>
    <p:extLst>
      <p:ext uri="{BB962C8B-B14F-4D97-AF65-F5344CB8AC3E}">
        <p14:creationId xmlns:p14="http://schemas.microsoft.com/office/powerpoint/2010/main" val="1288940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4C1E-72C1-81CB-E92B-4C2E1260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A1D24B5-3AAF-E579-7078-290EF65C3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093ADA2-CB56-5811-4346-7FC0B5F6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3448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E0CEB5-8B60-AC91-C723-16192672C7DF}"/>
              </a:ext>
            </a:extLst>
          </p:cNvPr>
          <p:cNvSpPr/>
          <p:nvPr/>
        </p:nvSpPr>
        <p:spPr>
          <a:xfrm>
            <a:off x="-2" y="2132856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09A2F80-7F4B-98D3-E5AD-574A1BF96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40AA47-D1D4-9F99-F993-DA165618B41D}"/>
              </a:ext>
            </a:extLst>
          </p:cNvPr>
          <p:cNvSpPr txBox="1"/>
          <p:nvPr/>
        </p:nvSpPr>
        <p:spPr>
          <a:xfrm>
            <a:off x="0" y="2342370"/>
            <a:ext cx="11274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0FD5-C189-AA28-3D37-D3A1B50C1B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840742"/>
            <a:ext cx="11274561" cy="396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students using verified college email.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login and password protection.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 profiles and account details.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password recovery through email verification.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secure user roles and permissions.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3962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2139-931C-0670-836A-0EE6C690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EA0A546C-DD8F-7187-E208-7FA829CD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627790D-D387-89F1-442A-C6E7F4D4A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1578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B3E1C0-5633-DDCD-1105-189E3D27351E}"/>
              </a:ext>
            </a:extLst>
          </p:cNvPr>
          <p:cNvSpPr/>
          <p:nvPr/>
        </p:nvSpPr>
        <p:spPr>
          <a:xfrm>
            <a:off x="0" y="2311658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65410177-8DB9-9119-5852-4ABDBCAFC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70ED14-C5EC-66BF-E5F8-B4DECB94E610}"/>
              </a:ext>
            </a:extLst>
          </p:cNvPr>
          <p:cNvSpPr txBox="1"/>
          <p:nvPr/>
        </p:nvSpPr>
        <p:spPr>
          <a:xfrm>
            <a:off x="0" y="2359190"/>
            <a:ext cx="11130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Listing &amp; Marketplace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D0BE3-1B7A-27DE-3EED-4256FF3C2D0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9336" y="2513256"/>
            <a:ext cx="9937104" cy="4276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academic resources with complete details.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resources using smart filtering options.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Buy, sell, lend, donate, or exchange.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pricing, condition, and seller information.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listings with easy editing options.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36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42C7-0EC3-D220-62EB-2003CBEE3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3DC7D2A2-F693-D751-3E44-FA2A37397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AD20EE3-D9E7-7B3B-1B41-11DB71CC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8363D-0F16-D0BC-79E9-D01496E3D67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7018E32-72EF-1359-0CCA-CBCF15E3C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682B04-21FF-0C58-5BDD-9A1427C99637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Exchange Management &amp; Trust System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0DE3E0-C52C-1D12-C27A-A22AFE8CF1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7409"/>
            <a:ext cx="11904662" cy="397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QR codes for secure verification.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exchange requests between students securely.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trust scores using transaction history.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complete exchange and transaction records.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ratings and reviews after exchanges.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892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532B-AAF7-E332-093F-A03FF776B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F84F870-6AEE-8042-6BD0-9E3DB6B57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6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9D58993-BFA7-6E53-4C6E-52A7F1E61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626380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D89F3-08F2-A3EF-6394-36D0A32E4C11}"/>
              </a:ext>
            </a:extLst>
          </p:cNvPr>
          <p:cNvSpPr/>
          <p:nvPr/>
        </p:nvSpPr>
        <p:spPr>
          <a:xfrm>
            <a:off x="0" y="2265687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AFFAF978-8933-2ABA-62F0-7AF3F5232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1A80B9-63BE-96E4-8E65-5C9C5728E3B1}"/>
              </a:ext>
            </a:extLst>
          </p:cNvPr>
          <p:cNvSpPr txBox="1"/>
          <p:nvPr/>
        </p:nvSpPr>
        <p:spPr>
          <a:xfrm>
            <a:off x="0" y="2450353"/>
            <a:ext cx="9048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Chat, Notifications &amp; Feedback Management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45103-AC59-4F67-AFEB-6A5B63FADED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7576" y="2957410"/>
            <a:ext cx="11904662" cy="3971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messaging between buyers and sellers.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instant notifications for exchange requests and updates.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rate completed exchange transactions.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feedback to improve platform reliability.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communication history for future reference.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943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9E90C-F22A-9781-ADB8-2D166FD15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C35E860-80B0-8105-88CF-CEC09A5C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1A8A1079-4B3B-0903-CF54-73BC29FE6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AE7771-2B24-3EAD-C7DE-36B78FDFE664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042370C3-9EC1-F78B-1A51-95C6DAF5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2DEEEE-470E-9A90-4418-5812FADFF379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BC051-93A8-F8FD-9923-1E2E5D3A34D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35" y="2367788"/>
            <a:ext cx="10288693" cy="41098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JavaScript, Bootstrap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MySQL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XAMPP (Apache)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2543A1-A5B2-32C8-A34C-ACA760685BE6}"/>
              </a:ext>
            </a:extLst>
          </p:cNvPr>
          <p:cNvSpPr txBox="1"/>
          <p:nvPr/>
        </p:nvSpPr>
        <p:spPr>
          <a:xfrm>
            <a:off x="6074567" y="3000150"/>
            <a:ext cx="6263640" cy="389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Code Library: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PHP QR Code 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Chrome</a:t>
            </a:r>
          </a:p>
          <a:p>
            <a:pPr>
              <a:lnSpc>
                <a:spcPct val="20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093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840B-C901-F8F3-9C79-C89C5CF06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D4B2619E-973C-1872-CC27-3829EA9A5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84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AF53-3D0F-F07D-C560-35E90ADBF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D54C92D6-8EC9-E89C-F70A-105530D3C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ybrid disk scheduling algorithm diagram">
            <a:extLst>
              <a:ext uri="{FF2B5EF4-FFF2-40B4-BE49-F238E27FC236}">
                <a16:creationId xmlns:a16="http://schemas.microsoft.com/office/drawing/2014/main" id="{36CD59AC-EF4E-7576-41E2-C3CD05EA9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96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9906-A943-D250-E76A-A8333E52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ECBF4757-8E37-696F-A526-77920097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657EA23D-22FC-8557-BAD2-839C1C1BB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492764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758FE9-514F-FAC0-27BD-2CC50B2F37C6}"/>
              </a:ext>
            </a:extLst>
          </p:cNvPr>
          <p:cNvSpPr/>
          <p:nvPr/>
        </p:nvSpPr>
        <p:spPr>
          <a:xfrm>
            <a:off x="7935" y="2012694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B11FDB52-C409-1ABD-32AC-52E5AF8B3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EA3775-F92D-8DF6-C10C-FC7A9124511F}"/>
              </a:ext>
            </a:extLst>
          </p:cNvPr>
          <p:cNvSpPr txBox="1"/>
          <p:nvPr/>
        </p:nvSpPr>
        <p:spPr>
          <a:xfrm>
            <a:off x="2930652" y="2887718"/>
            <a:ext cx="6263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3F4D67E-9737-B755-A0C6-994D850AA1CF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7935" y="2214930"/>
          <a:ext cx="12192001" cy="4507037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81535">
                  <a:extLst>
                    <a:ext uri="{9D8B030D-6E8A-4147-A177-3AD203B41FA5}">
                      <a16:colId xmlns:a16="http://schemas.microsoft.com/office/drawing/2014/main" val="704240675"/>
                    </a:ext>
                  </a:extLst>
                </a:gridCol>
                <a:gridCol w="5101767">
                  <a:extLst>
                    <a:ext uri="{9D8B030D-6E8A-4147-A177-3AD203B41FA5}">
                      <a16:colId xmlns:a16="http://schemas.microsoft.com/office/drawing/2014/main" val="289741777"/>
                    </a:ext>
                  </a:extLst>
                </a:gridCol>
                <a:gridCol w="6108699">
                  <a:extLst>
                    <a:ext uri="{9D8B030D-6E8A-4147-A177-3AD203B41FA5}">
                      <a16:colId xmlns:a16="http://schemas.microsoft.com/office/drawing/2014/main" val="4063429034"/>
                    </a:ext>
                  </a:extLst>
                </a:gridCol>
              </a:tblGrid>
              <a:tr h="6730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r>
                        <a:rPr lang="en-US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</a:t>
                      </a: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2517"/>
                  </a:ext>
                </a:extLst>
              </a:tr>
              <a:tr h="8306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Leveraging I/O Stalls for Efficient Scheduling in ANNS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throughput by utilizing idle I/O stall periods while maintaining latency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126828"/>
                  </a:ext>
                </a:extLst>
              </a:tr>
              <a:tr h="8306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Optimized Disk Scheduling Algorithm with Bad-Sector Management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seek time, and power consumption while handling bad sectors efficiently.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040720"/>
                  </a:ext>
                </a:extLst>
              </a:tr>
              <a:tr h="83067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Proposing Disk Scheduling Algorithm to Enhance the Efficiency of Disk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disk performance by minimizing seek time, head movement, and transfer delay.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3789576"/>
                  </a:ext>
                </a:extLst>
              </a:tr>
              <a:tr h="98087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Universal Disk Scheduling Algorithm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optimization model to reduce seek time and improve disk performance across workloads.</a:t>
                      </a: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095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765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B5495-7D73-5E2A-ABF8-2D300EDC4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AF0D5BF1-39FB-E83E-1497-139180921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978C353-77DE-9D40-4F12-9D57E26D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7E7F0-2CBA-E225-1333-1BA555B076A4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619D8B88-9869-C7E0-FF09-0D9CE1C1A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5E33FC-667F-33D9-2D51-03B8B6070EE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9612" y="2393259"/>
            <a:ext cx="11928648" cy="4398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FCFS, SSTF, SCAN, and C-SCAN disk scheduling algorithms.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request queue and head movement simulation were executed correctly.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Seek time calculation for traditional algorithms was completed successfully.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hybrid scheduling logic was developed and tested with sample inputs. 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performance analysis setup was prepared for final evaluation phase. </a:t>
            </a:r>
          </a:p>
        </p:txBody>
      </p:sp>
    </p:spTree>
    <p:extLst>
      <p:ext uri="{BB962C8B-B14F-4D97-AF65-F5344CB8AC3E}">
        <p14:creationId xmlns:p14="http://schemas.microsoft.com/office/powerpoint/2010/main" val="1142707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67F30-5C0D-AF0C-328C-23217B3F1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8DB922-A7EB-4843-DCC5-7E10B65B2F2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9612" y="4233089"/>
            <a:ext cx="11928648" cy="718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F0B50-8AC6-C53F-537C-F791A364DC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2425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EBB550E-DED1-A79D-C5BE-B7FEFD90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9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D4C-C95E-60A9-BAF2-D66C289B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50889E36-42D8-1BDE-47CA-0DFE47DC2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54F66286-346E-A20F-0FD4-31340CD82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53F6C-AA07-2123-573F-18D593C3D81A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EB4718A6-6509-2E9A-81F5-3ECB4D5CA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3B7C01-7D6B-8456-3F4F-A7D2C41AB93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9612" y="2386429"/>
            <a:ext cx="11928648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implemented multiple disk scheduling algorithms for performance analysis.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algorithms were compared based on seek time and throughput efficiency.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hybrid disk scheduling approach reduced unnecessary disk head movement.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 showed improved efficiency compared to conventional methods.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demonstrated how optimized scheduling can enhance overall operating system performance.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41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506A-C538-9D62-38C3-E2D3C2315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F72C5A13-B690-7E64-7D08-A543AAE61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A97F21AF-2636-59E4-3D95-5CC646EF8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2D4D6-9416-4AAA-94A6-2CC229783DDC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1BA01107-6710-914F-8B90-4ABA3998E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65563-5055-103D-FC16-302B7658A98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9612" y="2383704"/>
            <a:ext cx="11928648" cy="4417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algorithm can be enhanced using Artificial Intelligence techniques for smarter scheduling decisions.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support real-time operating system environments.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and distributed storage scheduling techniques can be integrated in future versions.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visualization dashboards can be added for real-time performance monitoring.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optimized further for SSDs and modern high-speed storage devices.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949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3572-0DBE-BBD8-C768-C95E099A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90 Simple Backgrounds [Edit and Download]">
            <a:extLst>
              <a:ext uri="{FF2B5EF4-FFF2-40B4-BE49-F238E27FC236}">
                <a16:creationId xmlns:a16="http://schemas.microsoft.com/office/drawing/2014/main" id="{623D4B1F-241C-2665-8D94-9166EFD77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64B17A9A-0449-6CE4-EA8D-6049149D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936" y="1789161"/>
            <a:ext cx="10805160" cy="70788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ABAC46-4B14-27F0-211E-C0CAF23AF80E}"/>
              </a:ext>
            </a:extLst>
          </p:cNvPr>
          <p:cNvSpPr/>
          <p:nvPr/>
        </p:nvSpPr>
        <p:spPr>
          <a:xfrm>
            <a:off x="0" y="2406605"/>
            <a:ext cx="609600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 descr="SSE-Computer Science and Engineering">
            <a:extLst>
              <a:ext uri="{FF2B5EF4-FFF2-40B4-BE49-F238E27FC236}">
                <a16:creationId xmlns:a16="http://schemas.microsoft.com/office/drawing/2014/main" id="{44404328-5369-F942-76BE-247A7E04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767" y="255290"/>
            <a:ext cx="8904462" cy="107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C4EAE9-588C-C3C8-D5DE-81695A2DF2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4318" y="2530630"/>
            <a:ext cx="11643360" cy="366064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Zhao, Y., Li, Q., &amp; Wang, H. (2026). Leveraging I/O Stalls for Efficient Scheduling in ANNS.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Patil, S. B., &amp; Patil, R. M. (2025). An Optimized Disk Scheduling Algorithm with Bad-Sector Management.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Pradeep, T., &amp; Manoj, B. S. (2024). Proposing Disk Scheduling Algorithm to Enhance the Efficiency of Disk Performance.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Hannan, M. A., &amp; Hussain, A. (2024). Optimized Universal Disk Scheduling Algorithm.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M. </a:t>
            </a:r>
            <a:r>
              <a:rPr lang="en-US" sz="2400" dirty="0" err="1"/>
              <a:t>Bouška</a:t>
            </a:r>
            <a:r>
              <a:rPr lang="en-US" sz="2400" dirty="0"/>
              <a:t>, P. </a:t>
            </a:r>
            <a:r>
              <a:rPr lang="en-US" sz="2400" dirty="0" err="1"/>
              <a:t>Šůcha</a:t>
            </a:r>
            <a:r>
              <a:rPr lang="en-US" sz="2400" dirty="0"/>
              <a:t>, A. Novák, and Z. </a:t>
            </a:r>
            <a:r>
              <a:rPr lang="en-US" sz="2400" dirty="0" err="1"/>
              <a:t>Hanzálek</a:t>
            </a:r>
            <a:r>
              <a:rPr lang="en-US" sz="2400" dirty="0"/>
              <a:t>, “Deep Learning-Driven Scheduling Algorithm for a Single Machine Problem Minimizing the Total Tardiness,” 2024.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910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1196</TotalTime>
  <Words>818</Words>
  <Application>Microsoft Office PowerPoint</Application>
  <PresentationFormat>Widescreen</PresentationFormat>
  <Paragraphs>120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Times New Roman</vt:lpstr>
      <vt:lpstr>Tw Cen MT</vt:lpstr>
      <vt:lpstr>Tw Cen MT Condensed</vt:lpstr>
      <vt:lpstr>Wingdings 3</vt:lpstr>
      <vt:lpstr>ModernClassicBlock-3</vt:lpstr>
      <vt:lpstr>Campus Resource Exchange Network for Academic Resource Sharing</vt:lpstr>
      <vt:lpstr>Introduction </vt:lpstr>
      <vt:lpstr>Problem statement</vt:lpstr>
      <vt:lpstr>Objective</vt:lpstr>
      <vt:lpstr>METhodology</vt:lpstr>
      <vt:lpstr>METhodology</vt:lpstr>
      <vt:lpstr>METhodology</vt:lpstr>
      <vt:lpstr>METhodology</vt:lpstr>
      <vt:lpstr>Tools Used</vt:lpstr>
      <vt:lpstr>PowerPoint Presentation</vt:lpstr>
      <vt:lpstr>PowerPoint Presentation</vt:lpstr>
      <vt:lpstr>Literature survey</vt:lpstr>
      <vt:lpstr>Results</vt:lpstr>
      <vt:lpstr>PowerPoint Presentation</vt:lpstr>
      <vt:lpstr>Conclusion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Ashish Duddupudi</dc:creator>
  <cp:lastModifiedBy>Deepak V</cp:lastModifiedBy>
  <cp:revision>28</cp:revision>
  <dcterms:created xsi:type="dcterms:W3CDTF">2025-07-10T17:27:14Z</dcterms:created>
  <dcterms:modified xsi:type="dcterms:W3CDTF">2026-07-20T13:07:26Z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